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image" Target="../media/image-7-3.png"/><Relationship Id="rId8" Type="http://schemas.openxmlformats.org/officeDocument/2006/relationships/image" Target="../media/image-7-8.png"/><Relationship Id="rId9" Type="http://schemas.openxmlformats.org/officeDocument/2006/relationships/image" Target="../media/image-7-3.png"/><Relationship Id="rId10" Type="http://schemas.openxmlformats.org/officeDocument/2006/relationships/image" Target="../media/image-7-10.png"/><Relationship Id="rId11" Type="http://schemas.openxmlformats.org/officeDocument/2006/relationships/image" Target="../media/image-7-3.png"/><Relationship Id="rId12" Type="http://schemas.openxmlformats.org/officeDocument/2006/relationships/image" Target="../media/image-7-12.png"/><Relationship Id="rId13" Type="http://schemas.openxmlformats.org/officeDocument/2006/relationships/image" Target="../media/image-7-3.png"/><Relationship Id="rId14" Type="http://schemas.openxmlformats.org/officeDocument/2006/relationships/image" Target="../media/image-7-14.png"/><Relationship Id="rId15" Type="http://schemas.openxmlformats.org/officeDocument/2006/relationships/image" Target="../media/image-7-3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3.png"/><Relationship Id="rId4" Type="http://schemas.openxmlformats.org/officeDocument/2006/relationships/image" Target="../media/image-14-3.png"/><Relationship Id="rId5" Type="http://schemas.openxmlformats.org/officeDocument/2006/relationships/image" Target="../media/image-14-3.png"/><Relationship Id="rId6" Type="http://schemas.openxmlformats.org/officeDocument/2006/relationships/image" Target="../media/image-14-3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8.png"/><Relationship Id="rId10" Type="http://schemas.openxmlformats.org/officeDocument/2006/relationships/image" Target="../media/image-14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1.png"/><Relationship Id="rId4" Type="http://schemas.openxmlformats.org/officeDocument/2006/relationships/image" Target="../media/image-16-2.png"/><Relationship Id="rId5" Type="http://schemas.openxmlformats.org/officeDocument/2006/relationships/image" Target="../media/image-16-1.png"/><Relationship Id="rId6" Type="http://schemas.openxmlformats.org/officeDocument/2006/relationships/image" Target="../media/image-16-2.png"/><Relationship Id="rId7" Type="http://schemas.openxmlformats.org/officeDocument/2006/relationships/image" Target="../media/image-16-1.png"/><Relationship Id="rId8" Type="http://schemas.openxmlformats.org/officeDocument/2006/relationships/image" Target="../media/image-16-2.png"/><Relationship Id="rId9" Type="http://schemas.openxmlformats.org/officeDocument/2006/relationships/image" Target="../media/image-16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45720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45720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82296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82296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82296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5592928" y="1051560"/>
            <a:ext cx="1005840" cy="100584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9" name="Image 0" descr="icons/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13030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2.1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2743200"/>
            <a:ext cx="1036289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 &amp; Fuse</a:t>
            </a:r>
            <a:endParaRPr lang="en-US" sz="4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System</a:t>
            </a:r>
            <a:endParaRPr lang="en-US" sz="4400" dirty="0"/>
          </a:p>
        </p:txBody>
      </p:sp>
      <p:sp>
        <p:nvSpPr>
          <p:cNvPr id="12" name="Shape 9"/>
          <p:cNvSpPr/>
          <p:nvPr/>
        </p:nvSpPr>
        <p:spPr>
          <a:xfrm>
            <a:off x="5547208" y="4526280"/>
            <a:ext cx="109728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0" y="470916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application for automated load-current calculation and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protection-device recommendation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PROJECT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triang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455768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331720"/>
            <a:ext cx="731520" cy="73152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7" name="Image 1" descr="icons/triangl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49631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246120"/>
            <a:ext cx="472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14400" y="3611880"/>
            <a:ext cx="47242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breaker or fuse selection causes nuisance tripping — or, worse, serious electrical safety risks.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370168" y="1965960"/>
            <a:ext cx="5455768" cy="3749040"/>
          </a:xfrm>
          <a:prstGeom prst="roundRect">
            <a:avLst>
              <a:gd name="adj" fmla="val 195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735928" y="2331720"/>
            <a:ext cx="731520" cy="7315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2" name="Image 2" descr="icons/bol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520" y="24963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35928" y="3246120"/>
            <a:ext cx="472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735928" y="3611880"/>
            <a:ext cx="47242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C++ system that calculates load current and recommends a standard protection rating automatically.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331720"/>
            <a:ext cx="822960" cy="82296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1" descr="icons/bullsey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" y="251688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14400" y="37033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C++ application that recommends suitable protection devices for a given electrical load.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120640" y="1965960"/>
            <a:ext cx="6522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120640" y="2423160"/>
            <a:ext cx="6522415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285232" y="2514600"/>
            <a:ext cx="493776" cy="49377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3" name="Image 2" descr="icons/rat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332" y="2625700"/>
            <a:ext cx="271577" cy="2715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2423160"/>
            <a:ext cx="551657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Calculate load and design current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120640" y="3264408"/>
            <a:ext cx="6522415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85232" y="3355848"/>
            <a:ext cx="493776" cy="49377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7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32" y="3466948"/>
            <a:ext cx="271577" cy="2715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43600" y="3264408"/>
            <a:ext cx="551657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Validate inputs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120640" y="4105656"/>
            <a:ext cx="6522415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285232" y="4197096"/>
            <a:ext cx="493776" cy="49377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1" name="Image 4" descr="icons/lis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332" y="4308196"/>
            <a:ext cx="271577" cy="27157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43600" y="4105656"/>
            <a:ext cx="551657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Recommend standard ratings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5120640" y="4946904"/>
            <a:ext cx="6522415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285232" y="5038344"/>
            <a:ext cx="493776" cy="49377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5" name="Image 5" descr="icons/sav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6332" y="5149444"/>
            <a:ext cx="271577" cy="27157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943600" y="4946904"/>
            <a:ext cx="551657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Save report to file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cog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057400"/>
            <a:ext cx="3484778" cy="3566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79549" y="2423160"/>
            <a:ext cx="822960" cy="82296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7" name="Image 1" descr="icons/sign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15" y="260832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474720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3931920"/>
            <a:ext cx="293613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name</a:t>
            </a:r>
            <a:endParaRPr lang="en-US" sz="14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4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50" dirty="0"/>
          </a:p>
        </p:txBody>
      </p:sp>
      <p:pic>
        <p:nvPicPr>
          <p:cNvPr id="10" name="Image 2" descr="icons/arrow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846" y="3675888"/>
            <a:ext cx="329184" cy="32918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53458" y="2057400"/>
            <a:ext cx="3484778" cy="3566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684368" y="2423160"/>
            <a:ext cx="822960" cy="82296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3" name="Image 3" descr="icons/co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534" y="2608326"/>
            <a:ext cx="452628" cy="4526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36338" y="3474720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27778" y="3931920"/>
            <a:ext cx="293613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P / V</a:t>
            </a:r>
            <a:endParaRPr lang="en-US" sz="14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Current = 1.25 × Load Current</a:t>
            </a:r>
            <a:endParaRPr lang="en-US" sz="1450" dirty="0"/>
          </a:p>
        </p:txBody>
      </p:sp>
      <p:pic>
        <p:nvPicPr>
          <p:cNvPr id="16" name="Image 4" descr="icons/arrow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665" y="3675888"/>
            <a:ext cx="329184" cy="32918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158277" y="2057400"/>
            <a:ext cx="3484778" cy="3566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9489186" y="2423160"/>
            <a:ext cx="822960" cy="82296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9" name="Image 5" descr="icons/outpu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2" y="2608326"/>
            <a:ext cx="452628" cy="4526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41157" y="3474720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8432597" y="3931920"/>
            <a:ext cx="293613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breaker/fuse</a:t>
            </a:r>
            <a:endParaRPr lang="en-US" sz="14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report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flas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Features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5364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263140"/>
            <a:ext cx="548640" cy="54864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7" name="Image 1" descr="icons/cu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38658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130552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Circuits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08760" y="25146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and evaluate several circuits in one run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78728" y="2011680"/>
            <a:ext cx="5364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07328" y="2263140"/>
            <a:ext cx="548640" cy="54864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2" name="Image 2" descr="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238658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38848" y="2130552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238848" y="25146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invalid or out-of-range entries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383280"/>
            <a:ext cx="5364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3634740"/>
            <a:ext cx="548640" cy="54864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7" name="Image 3" descr="icons/rating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5818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502152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Ratings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08760" y="38862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 10, 16, 20, 25, 32, 40, 63 A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78728" y="3383280"/>
            <a:ext cx="5364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07328" y="3634740"/>
            <a:ext cx="548640" cy="54864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2" name="Image 4" descr="icons/triang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772" y="375818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38848" y="3502152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High-Load Warning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238848" y="38862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design current above 63 A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413684" y="4754880"/>
            <a:ext cx="5364328" cy="1051560"/>
          </a:xfrm>
          <a:prstGeom prst="roundRect">
            <a:avLst>
              <a:gd name="adj" fmla="val 6957"/>
            </a:avLst>
          </a:prstGeom>
          <a:solidFill>
            <a:srgbClr val="14213D"/>
          </a:solidFill>
          <a:ln/>
        </p:spPr>
      </p:sp>
      <p:sp>
        <p:nvSpPr>
          <p:cNvPr id="26" name="Shape 19"/>
          <p:cNvSpPr/>
          <p:nvPr/>
        </p:nvSpPr>
        <p:spPr>
          <a:xfrm>
            <a:off x="3642284" y="5006340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7" name="Image 5" descr="icons/sav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728" y="5129784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373804" y="4873752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373804" y="52578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results to protection_report.txt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Design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UML-style overview of the core C++ class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94560" y="1965960"/>
            <a:ext cx="7802575" cy="3794760"/>
          </a:xfrm>
          <a:prstGeom prst="roundRect">
            <a:avLst>
              <a:gd name="adj" fmla="val 1446"/>
            </a:avLst>
          </a:prstGeom>
          <a:solidFill>
            <a:srgbClr val="0D1626"/>
          </a:solidFill>
          <a:ln w="19050">
            <a:solidFill>
              <a:srgbClr val="FCA31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194560" y="1965960"/>
            <a:ext cx="7802575" cy="64008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1965960"/>
            <a:ext cx="78025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CircuitProtection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60320" y="3017520"/>
            <a:ext cx="7071055" cy="0"/>
          </a:xfrm>
          <a:prstGeom prst="line">
            <a:avLst/>
          </a:prstGeom>
          <a:noFill/>
          <a:ln w="12700">
            <a:solidFill>
              <a:srgbClr val="2E36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2743200"/>
            <a:ext cx="7071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60320" y="3154680"/>
            <a:ext cx="7071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CircuitName    Voltage    Power    Load Current    Design Current    Rating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560320" y="3931920"/>
            <a:ext cx="7071055" cy="0"/>
          </a:xfrm>
          <a:prstGeom prst="line">
            <a:avLst/>
          </a:prstGeom>
          <a:noFill/>
          <a:ln w="12700">
            <a:solidFill>
              <a:srgbClr val="2E36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0" y="4069080"/>
            <a:ext cx="7071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560320" y="4480560"/>
            <a:ext cx="2204618" cy="438912"/>
          </a:xfrm>
          <a:prstGeom prst="roundRect">
            <a:avLst>
              <a:gd name="adj" fmla="val 10417"/>
            </a:avLst>
          </a:prstGeom>
          <a:solidFill>
            <a:srgbClr val="14213D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4480560"/>
            <a:ext cx="22046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setDetails()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993538" y="4480560"/>
            <a:ext cx="2204618" cy="438912"/>
          </a:xfrm>
          <a:prstGeom prst="roundRect">
            <a:avLst>
              <a:gd name="adj" fmla="val 10417"/>
            </a:avLst>
          </a:prstGeom>
          <a:solidFill>
            <a:srgbClr val="14213D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93538" y="4480560"/>
            <a:ext cx="22046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26757" y="4480560"/>
            <a:ext cx="2204618" cy="438912"/>
          </a:xfrm>
          <a:prstGeom prst="roundRect">
            <a:avLst>
              <a:gd name="adj" fmla="val 10417"/>
            </a:avLst>
          </a:prstGeom>
          <a:solidFill>
            <a:srgbClr val="14213D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26757" y="4480560"/>
            <a:ext cx="22046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560320" y="5047488"/>
            <a:ext cx="2204618" cy="438912"/>
          </a:xfrm>
          <a:prstGeom prst="roundRect">
            <a:avLst>
              <a:gd name="adj" fmla="val 10417"/>
            </a:avLst>
          </a:prstGeom>
          <a:solidFill>
            <a:srgbClr val="14213D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0" y="5047488"/>
            <a:ext cx="22046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recommend()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993538" y="5047488"/>
            <a:ext cx="2204618" cy="438912"/>
          </a:xfrm>
          <a:prstGeom prst="roundRect">
            <a:avLst>
              <a:gd name="adj" fmla="val 10417"/>
            </a:avLst>
          </a:prstGeom>
          <a:solidFill>
            <a:srgbClr val="14213D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93538" y="5047488"/>
            <a:ext cx="22046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26757" y="5047488"/>
            <a:ext cx="2204618" cy="438912"/>
          </a:xfrm>
          <a:prstGeom prst="roundRect">
            <a:avLst>
              <a:gd name="adj" fmla="val 10417"/>
            </a:avLst>
          </a:prstGeom>
          <a:solidFill>
            <a:srgbClr val="14213D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26757" y="5047488"/>
            <a:ext cx="22046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save()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site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Flow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1210780" cy="2103120"/>
          </a:xfrm>
          <a:prstGeom prst="roundRect">
            <a:avLst>
              <a:gd name="adj" fmla="val 604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1422" y="2999232"/>
            <a:ext cx="585216" cy="585216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7" name="Image 1" descr="icons/play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96" y="3130906"/>
            <a:ext cx="321869" cy="3218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3794760"/>
            <a:ext cx="10644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pic>
        <p:nvPicPr>
          <p:cNvPr id="9" name="Image 2" descr="icons/arrow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420" y="3694176"/>
            <a:ext cx="201168" cy="2011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960588" y="2743200"/>
            <a:ext cx="1210780" cy="2103120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273370" y="2999232"/>
            <a:ext cx="585216" cy="58521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2" name="Image 3" descr="icons/sign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043" y="3130906"/>
            <a:ext cx="321869" cy="3218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33740" y="3794760"/>
            <a:ext cx="10644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200" dirty="0"/>
          </a:p>
        </p:txBody>
      </p:sp>
      <p:pic>
        <p:nvPicPr>
          <p:cNvPr id="14" name="Image 4" descr="icons/arrow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1368" y="3694176"/>
            <a:ext cx="201168" cy="20116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3372536" y="2743200"/>
            <a:ext cx="1210780" cy="2103120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3685318" y="2999232"/>
            <a:ext cx="585216" cy="58521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7" name="Image 5" descr="icon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991" y="3130906"/>
            <a:ext cx="321869" cy="32186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445688" y="3794760"/>
            <a:ext cx="10644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pic>
        <p:nvPicPr>
          <p:cNvPr id="19" name="Image 6" descr="icons/arrow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3316" y="3694176"/>
            <a:ext cx="201168" cy="201168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4784484" y="2743200"/>
            <a:ext cx="1210780" cy="2103120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5097266" y="2999232"/>
            <a:ext cx="585216" cy="58521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2" name="Image 7" descr="icons/cogs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8939" y="3130906"/>
            <a:ext cx="321869" cy="321869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857636" y="3794760"/>
            <a:ext cx="10644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Currents</a:t>
            </a:r>
            <a:endParaRPr lang="en-US" sz="1200" dirty="0"/>
          </a:p>
        </p:txBody>
      </p:sp>
      <p:pic>
        <p:nvPicPr>
          <p:cNvPr id="24" name="Image 8" descr="icons/arrow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5264" y="3694176"/>
            <a:ext cx="201168" cy="201168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6196432" y="2743200"/>
            <a:ext cx="1210780" cy="2103120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5"/>
          <p:cNvSpPr/>
          <p:nvPr/>
        </p:nvSpPr>
        <p:spPr>
          <a:xfrm>
            <a:off x="6509214" y="2999232"/>
            <a:ext cx="585216" cy="58521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7" name="Image 9" descr="icons/rating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0887" y="3130906"/>
            <a:ext cx="321869" cy="32186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269584" y="3794760"/>
            <a:ext cx="10644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00" dirty="0"/>
          </a:p>
        </p:txBody>
      </p:sp>
      <p:pic>
        <p:nvPicPr>
          <p:cNvPr id="29" name="Image 10" descr="icons/arrow_amb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7211" y="3694176"/>
            <a:ext cx="201168" cy="201168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7608380" y="2743200"/>
            <a:ext cx="1210780" cy="2103120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18"/>
          <p:cNvSpPr/>
          <p:nvPr/>
        </p:nvSpPr>
        <p:spPr>
          <a:xfrm>
            <a:off x="7921161" y="2999232"/>
            <a:ext cx="585216" cy="58521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32" name="Image 11" descr="icons/desktop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2835" y="3130906"/>
            <a:ext cx="321869" cy="321869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681532" y="3794760"/>
            <a:ext cx="10644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pic>
        <p:nvPicPr>
          <p:cNvPr id="34" name="Image 12" descr="icons/arrow_amb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9159" y="3694176"/>
            <a:ext cx="201168" cy="201168"/>
          </a:xfrm>
          <a:prstGeom prst="rect">
            <a:avLst/>
          </a:prstGeom>
        </p:spPr>
      </p:pic>
      <p:sp>
        <p:nvSpPr>
          <p:cNvPr id="35" name="Shape 20"/>
          <p:cNvSpPr/>
          <p:nvPr/>
        </p:nvSpPr>
        <p:spPr>
          <a:xfrm>
            <a:off x="9020327" y="2743200"/>
            <a:ext cx="1210780" cy="2103120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1"/>
          <p:cNvSpPr/>
          <p:nvPr/>
        </p:nvSpPr>
        <p:spPr>
          <a:xfrm>
            <a:off x="9333109" y="2999232"/>
            <a:ext cx="585216" cy="585216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37" name="Image 13" descr="icons/save_nav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4783" y="3130906"/>
            <a:ext cx="321869" cy="321869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9093479" y="3794760"/>
            <a:ext cx="10644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00" dirty="0"/>
          </a:p>
        </p:txBody>
      </p:sp>
      <p:pic>
        <p:nvPicPr>
          <p:cNvPr id="39" name="Image 14" descr="icons/arrow_amb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31107" y="3694176"/>
            <a:ext cx="201168" cy="201168"/>
          </a:xfrm>
          <a:prstGeom prst="rect">
            <a:avLst/>
          </a:prstGeom>
        </p:spPr>
      </p:pic>
      <p:sp>
        <p:nvSpPr>
          <p:cNvPr id="40" name="Shape 23"/>
          <p:cNvSpPr/>
          <p:nvPr/>
        </p:nvSpPr>
        <p:spPr>
          <a:xfrm>
            <a:off x="10432275" y="2743200"/>
            <a:ext cx="1210780" cy="2103120"/>
          </a:xfrm>
          <a:prstGeom prst="roundRect">
            <a:avLst>
              <a:gd name="adj" fmla="val 604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24"/>
          <p:cNvSpPr/>
          <p:nvPr/>
        </p:nvSpPr>
        <p:spPr>
          <a:xfrm>
            <a:off x="10745057" y="2999232"/>
            <a:ext cx="585216" cy="585216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42" name="Image 15" descr="icons/stop_nav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76731" y="3130906"/>
            <a:ext cx="321869" cy="321869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10505427" y="3794760"/>
            <a:ext cx="10644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44" name="Text 26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execution — each stage completes before the next begins</a:t>
            </a:r>
            <a:endParaRPr lang="en-US" sz="1300" dirty="0"/>
          </a:p>
        </p:txBody>
      </p:sp>
      <p:sp>
        <p:nvSpPr>
          <p:cNvPr id="4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46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3" name="Image 0" descr="icons/deskto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case: 230 V, 1000 W load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778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514600"/>
            <a:ext cx="2936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CURRENT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200400"/>
            <a:ext cx="31190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4.35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685800" y="466344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99178" y="214884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778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27778" y="2514600"/>
            <a:ext cx="2936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CURRENT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36338" y="3200400"/>
            <a:ext cx="31190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5.43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4536338" y="466344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49717" y="2148840"/>
            <a:ext cx="3393338" cy="3383280"/>
          </a:xfrm>
          <a:prstGeom prst="roundRect">
            <a:avLst>
              <a:gd name="adj" fmla="val 2703"/>
            </a:avLst>
          </a:prstGeom>
          <a:solidFill>
            <a:srgbClr val="FCA311"/>
          </a:solidFill>
          <a:ln/>
          <a:effectLst>
            <a:outerShdw sx="100000" sy="100000" kx="0" ky="0" algn="bl" rotWithShape="0" blurRad="1778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78317" y="2514600"/>
            <a:ext cx="2936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DEVICE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86877" y="3200400"/>
            <a:ext cx="311901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8386877" y="466344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githu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Structure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source and documentation files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11094415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12848"/>
            <a:ext cx="530352" cy="530352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8" name="Image 1" descr="icons/fi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2332177"/>
            <a:ext cx="291694" cy="291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67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00200" y="251460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setup instructions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099816"/>
            <a:ext cx="11094415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3255264"/>
            <a:ext cx="530352" cy="530352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3" name="Image 2" descr="icons/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89" y="3374593"/>
            <a:ext cx="291694" cy="2916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2095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main.cpp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3557016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C++ source implementation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142232"/>
            <a:ext cx="11094415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297680"/>
            <a:ext cx="530352" cy="530352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8" name="Image 3" descr="icons/fi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" y="4417009"/>
            <a:ext cx="291694" cy="2916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algorithm.md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00200" y="4599432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and logic breakdown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5184648"/>
            <a:ext cx="11094415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5340096"/>
            <a:ext cx="530352" cy="530352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3" name="Image 4" descr="icons/fi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89" y="5459425"/>
            <a:ext cx="291694" cy="2916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52943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pseudocode.md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600200" y="5641848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reference before implementation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githu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Structure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 and reporting artifacts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94415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13432"/>
            <a:ext cx="566928" cy="56692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8" name="Image 1" descr="icons/imag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19" y="2440991"/>
            <a:ext cx="311810" cy="3118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768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flowchart.png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45920" y="265176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diagram of the program flow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337560"/>
            <a:ext cx="11094415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3502152"/>
            <a:ext cx="566928" cy="56692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3" name="Image 2" descr="icons/fi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9" y="3629711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4655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report.md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45920" y="384048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summary of design &amp; results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526280"/>
            <a:ext cx="11094415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690872"/>
            <a:ext cx="566928" cy="56692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8" name="Image 3" descr="icons/fi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19" y="4818431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65429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protection_report.txt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45920" y="502920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Runtime-generated recommendation report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presentati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&amp; Conclusion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walk through next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463040" y="1965960"/>
            <a:ext cx="9265615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91640" y="19659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331720" y="2075688"/>
            <a:ext cx="438912" cy="438912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9" name="Image 1" descr="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75" y="2174443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71800" y="1965960"/>
            <a:ext cx="7802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1463040" y="2770632"/>
            <a:ext cx="9265615" cy="658368"/>
          </a:xfrm>
          <a:prstGeom prst="roundRect">
            <a:avLst>
              <a:gd name="adj" fmla="val 9722"/>
            </a:avLst>
          </a:prstGeom>
          <a:solidFill>
            <a:srgbClr val="14213D"/>
          </a:solidFill>
          <a:ln/>
        </p:spPr>
      </p:sp>
      <p:sp>
        <p:nvSpPr>
          <p:cNvPr id="12" name="Text 8"/>
          <p:cNvSpPr/>
          <p:nvPr/>
        </p:nvSpPr>
        <p:spPr>
          <a:xfrm>
            <a:off x="1691640" y="277063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331720" y="2880360"/>
            <a:ext cx="438912" cy="438912"/>
          </a:xfrm>
          <a:prstGeom prst="ellipse">
            <a:avLst/>
          </a:prstGeom>
          <a:solidFill>
            <a:srgbClr val="0D1626"/>
          </a:solidFill>
          <a:ln/>
        </p:spPr>
      </p:sp>
      <p:pic>
        <p:nvPicPr>
          <p:cNvPr id="14" name="Image 2" descr="icons/play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475" y="2979115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71800" y="2770632"/>
            <a:ext cx="7802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1463040" y="3575304"/>
            <a:ext cx="9265615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691640" y="357530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2331720" y="3685032"/>
            <a:ext cx="438912" cy="438912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9" name="Image 3" descr="icons/cod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475" y="3783787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971800" y="3575304"/>
            <a:ext cx="7802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Concepts Used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1463040" y="4379976"/>
            <a:ext cx="9265615" cy="658368"/>
          </a:xfrm>
          <a:prstGeom prst="roundRect">
            <a:avLst>
              <a:gd name="adj" fmla="val 9722"/>
            </a:avLst>
          </a:prstGeom>
          <a:solidFill>
            <a:srgbClr val="14213D"/>
          </a:solidFill>
          <a:ln/>
        </p:spPr>
      </p:sp>
      <p:sp>
        <p:nvSpPr>
          <p:cNvPr id="22" name="Text 16"/>
          <p:cNvSpPr/>
          <p:nvPr/>
        </p:nvSpPr>
        <p:spPr>
          <a:xfrm>
            <a:off x="1691640" y="437997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2331720" y="4489704"/>
            <a:ext cx="438912" cy="438912"/>
          </a:xfrm>
          <a:prstGeom prst="ellipse">
            <a:avLst/>
          </a:prstGeom>
          <a:solidFill>
            <a:srgbClr val="0D1626"/>
          </a:solidFill>
          <a:ln/>
        </p:spPr>
      </p:sp>
      <p:pic>
        <p:nvPicPr>
          <p:cNvPr id="24" name="Image 4" descr="icons/triang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475" y="4588459"/>
            <a:ext cx="241402" cy="2414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971800" y="4379976"/>
            <a:ext cx="7802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1463040" y="5184648"/>
            <a:ext cx="9265615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691640" y="518464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2331720" y="5294376"/>
            <a:ext cx="438912" cy="438912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9" name="Image 5" descr="icons/lightbulb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0475" y="5393131"/>
            <a:ext cx="241402" cy="24140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971800" y="5184648"/>
            <a:ext cx="7802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70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822960"/>
            <a:ext cx="1005840" cy="100584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3" name="Image 0" descr="icons/questi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10744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574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547208" y="2788920"/>
            <a:ext cx="109728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011680" y="3108960"/>
            <a:ext cx="816833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DD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correct circuit breaker or fuse is critical for electrical safety. Our application helps users choose the correct protection device quickly and accurately.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280160" y="2194560"/>
            <a:ext cx="963137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38648" y="2514600"/>
            <a:ext cx="914400" cy="91440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7" name="Image 1" descr="icons/check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388" y="27203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3703320"/>
            <a:ext cx="816833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load current, applies a 25% safety margin, and recommends the nearest standard protection rating.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Use &amp; Limitations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5364328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7" name="Image 1" descr="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" y="2475738"/>
            <a:ext cx="352044" cy="352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487168"/>
            <a:ext cx="3535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HELPS</a:t>
            </a:r>
            <a:endParaRPr lang="en-US" sz="1300" dirty="0"/>
          </a:p>
        </p:txBody>
      </p:sp>
      <p:pic>
        <p:nvPicPr>
          <p:cNvPr id="9" name="Image 2" descr="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7355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246120"/>
            <a:ext cx="390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Electricians</a:t>
            </a:r>
            <a:endParaRPr lang="en-US" sz="1600" dirty="0"/>
          </a:p>
        </p:txBody>
      </p:sp>
      <p:pic>
        <p:nvPicPr>
          <p:cNvPr id="11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048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813048"/>
            <a:ext cx="390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</a:t>
            </a:r>
            <a:endParaRPr lang="en-US" sz="1600" dirty="0"/>
          </a:p>
        </p:txBody>
      </p:sp>
      <p:pic>
        <p:nvPicPr>
          <p:cNvPr id="13" name="Image 4" descr="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0740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379976"/>
            <a:ext cx="390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pic>
        <p:nvPicPr>
          <p:cNvPr id="15" name="Image 5" descr="icon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974336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4946904"/>
            <a:ext cx="390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6278728" y="2011680"/>
            <a:ext cx="5364328" cy="3703320"/>
          </a:xfrm>
          <a:prstGeom prst="roundRect">
            <a:avLst>
              <a:gd name="adj" fmla="val 1975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6553048" y="233172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9" name="Image 6" descr="icons/ban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066" y="2475738"/>
            <a:ext cx="352044" cy="3520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330288" y="2487168"/>
            <a:ext cx="3535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pic>
        <p:nvPicPr>
          <p:cNvPr id="21" name="Image 7" descr="icons/ban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048" y="3273552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64528" y="324612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Single-phase circuits only</a:t>
            </a:r>
            <a:endParaRPr lang="en-US" sz="1550" dirty="0"/>
          </a:p>
        </p:txBody>
      </p:sp>
      <p:pic>
        <p:nvPicPr>
          <p:cNvPr id="23" name="Image 8" descr="icons/ban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048" y="3959352"/>
            <a:ext cx="274320" cy="27432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964528" y="393192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standard ratings</a:t>
            </a:r>
            <a:endParaRPr lang="en-US" sz="1550" dirty="0"/>
          </a:p>
        </p:txBody>
      </p:sp>
      <p:pic>
        <p:nvPicPr>
          <p:cNvPr id="25" name="Image 9" descr="icons/ban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048" y="4645152"/>
            <a:ext cx="274320" cy="27432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964528" y="461772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cable sizing included</a:t>
            </a:r>
            <a:endParaRPr lang="en-US" sz="1550" dirty="0"/>
          </a:p>
        </p:txBody>
      </p:sp>
      <p:sp>
        <p:nvSpPr>
          <p:cNvPr id="2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28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lightbul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348477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61845" y="2267712"/>
            <a:ext cx="658368" cy="65836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7" name="Image 1" descr="icons/deskto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978" y="2415845"/>
            <a:ext cx="362102" cy="3621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30175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353458" y="2011680"/>
            <a:ext cx="348477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766664" y="2267712"/>
            <a:ext cx="658368" cy="65836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1" name="Image 2" descr="icons/plu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796" y="2415845"/>
            <a:ext cx="362102" cy="3621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90618" y="30175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Support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158277" y="2011680"/>
            <a:ext cx="348477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571482" y="2267712"/>
            <a:ext cx="658368" cy="65836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5" name="Image 3" descr="icons/rul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9615" y="2415845"/>
            <a:ext cx="362102" cy="3621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95437" y="30175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Sizing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3840480"/>
            <a:ext cx="348477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1961845" y="4096512"/>
            <a:ext cx="658368" cy="65836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19" name="Image 4" descr="icons/databas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978" y="4244645"/>
            <a:ext cx="362102" cy="36210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" y="48463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4353458" y="3840480"/>
            <a:ext cx="348477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766664" y="4096512"/>
            <a:ext cx="658368" cy="65836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3" name="Image 5" descr="icons/pdf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4796" y="4244645"/>
            <a:ext cx="362102" cy="36210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490618" y="48463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450" dirty="0"/>
          </a:p>
        </p:txBody>
      </p:sp>
      <p:sp>
        <p:nvSpPr>
          <p:cNvPr id="25" name="Shape 17"/>
          <p:cNvSpPr/>
          <p:nvPr/>
        </p:nvSpPr>
        <p:spPr>
          <a:xfrm>
            <a:off x="8158277" y="3840480"/>
            <a:ext cx="348477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571482" y="4096512"/>
            <a:ext cx="658368" cy="658368"/>
          </a:xfrm>
          <a:prstGeom prst="ellipse">
            <a:avLst/>
          </a:prstGeom>
          <a:solidFill>
            <a:srgbClr val="F5F6F8"/>
          </a:solidFill>
          <a:ln/>
        </p:spPr>
      </p:sp>
      <p:pic>
        <p:nvPicPr>
          <p:cNvPr id="27" name="Image 6" descr="icons/mobil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9615" y="4244645"/>
            <a:ext cx="362102" cy="36210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295437" y="4846320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Versions</a:t>
            </a:r>
            <a:endParaRPr lang="en-US" sz="1450" dirty="0"/>
          </a:p>
        </p:txBody>
      </p:sp>
      <p:sp>
        <p:nvSpPr>
          <p:cNvPr id="29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" name="Image 0" descr="icons/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6092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Design Concepts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features applied throughout the implementation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567864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404" y="2350008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834640"/>
            <a:ext cx="2384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390824" y="2148840"/>
            <a:ext cx="2567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10" name="Image 2" descr="icons/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588" y="2350008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82264" y="2834640"/>
            <a:ext cx="2384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233008" y="2148840"/>
            <a:ext cx="2567864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icons/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771" y="2350008"/>
            <a:ext cx="402336" cy="4023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24448" y="2834640"/>
            <a:ext cx="2384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9075191" y="2148840"/>
            <a:ext cx="2567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16" name="Image 4" descr="icons/cod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7955" y="2350008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66631" y="2834640"/>
            <a:ext cx="2384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3611880"/>
            <a:ext cx="2567864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5" descr="icons/cod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404" y="3813048"/>
            <a:ext cx="402336" cy="4023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0080" y="4297680"/>
            <a:ext cx="2384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/ Arrays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3390824" y="3611880"/>
            <a:ext cx="2567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22" name="Image 6" descr="icons/cod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3588" y="3813048"/>
            <a:ext cx="402336" cy="40233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482264" y="4297680"/>
            <a:ext cx="2384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233008" y="3611880"/>
            <a:ext cx="2567864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7" descr="icons/cod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771" y="3813048"/>
            <a:ext cx="402336" cy="40233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324448" y="4297680"/>
            <a:ext cx="2384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Statements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9075191" y="3611880"/>
            <a:ext cx="25678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28" name="Image 8" descr="icons/cod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7955" y="3813048"/>
            <a:ext cx="402336" cy="40233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166631" y="4297680"/>
            <a:ext cx="2384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Streams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45720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45720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82296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82296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82296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Shape 6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9" name="Image 0" descr="icons/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22174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20040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5547208" y="4114800"/>
            <a:ext cx="109728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434340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Fuse Selection System  |  Group 2.1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2026-07-16T21:03:59Z</dcterms:created>
  <dcterms:modified xsi:type="dcterms:W3CDTF">2026-07-16T21:03:59Z</dcterms:modified>
</cp:coreProperties>
</file>